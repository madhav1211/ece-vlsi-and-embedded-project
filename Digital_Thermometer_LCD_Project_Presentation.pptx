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Digital Thermometer with LCD Display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 temperature using TMP36 sensor and display it on a 16x2 LCD.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Arduino Uno</a:t>
            </a:r>
          </a:p>
          <a:p>
            <a:r>
              <a:t>TMP36 Temperature Sensor</a:t>
            </a:r>
          </a:p>
          <a:p>
            <a:r>
              <a:t>16x2 LCD</a:t>
            </a:r>
          </a:p>
          <a:p>
            <a:r>
              <a:t>10k Potentiometer</a:t>
            </a:r>
          </a:p>
          <a:p>
            <a:r>
              <a:t>Breadboard</a:t>
            </a:r>
          </a:p>
          <a:p>
            <a:r>
              <a:t>Jumper Wires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TMP36: Pin1→5V, Pin2→A0, Pin3→GND</a:t>
            </a:r>
          </a:p>
          <a:p>
            <a:r>
              <a:t>LCD: RS→D12, E→D11, D4→D5, D5→D4, D6→D3, D7→D2</a:t>
            </a:r>
          </a:p>
          <a:p>
            <a:r>
              <a:t>VCC→5V, GND→GND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TMP36 senses temperature.</a:t>
            </a:r>
          </a:p>
          <a:p>
            <a:r>
              <a:t>Arduino reads analog voltage.</a:t>
            </a:r>
          </a:p>
          <a:p>
            <a:r>
              <a:t>Temperature is calculated and displayed on LCD.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LiquidCrystal library.</a:t>
            </a:r>
          </a:p>
          <a:p>
            <a:r>
              <a:t>Reads analog value from A0.</a:t>
            </a:r>
          </a:p>
          <a:p>
            <a:r>
              <a:t>Converts voltage to temperature.</a:t>
            </a:r>
          </a:p>
          <a:p>
            <a:r>
              <a:t>Displays result on LCD.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stations</a:t>
            </a:r>
          </a:p>
          <a:p>
            <a:r>
              <a:t>Home automation</a:t>
            </a:r>
          </a:p>
          <a:p>
            <a:r>
              <a:t>Industrial monitoring</a:t>
            </a:r>
          </a:p>
          <a:p>
            <a:r>
              <a:t>Temperature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cost</a:t>
            </a:r>
          </a:p>
          <a:p>
            <a:r>
              <a:t>Simple design</a:t>
            </a:r>
          </a:p>
          <a:p>
            <a:r>
              <a:t>Real-time display</a:t>
            </a:r>
          </a:p>
          <a:p>
            <a:r>
              <a:t>Easy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Temperature successfully displayed on the LCD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