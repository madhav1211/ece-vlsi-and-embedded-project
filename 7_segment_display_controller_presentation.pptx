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7-Segment Display Controller</a:t>
            </a:r>
          </a:p>
          <a:p>
            <a:r>
              <a:rPr dirty="0"/>
              <a:t>Using Lookup Table Logic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Design a 7-segment display controller using Verilog HDL</a:t>
            </a:r>
          </a:p>
          <a:p>
            <a:r>
              <a:t>• Convert 4-bit binary input into 7-segment output</a:t>
            </a:r>
          </a:p>
          <a:p>
            <a:r>
              <a:t>• Simulate using Icarus Verilog and GTKWave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Visual Studio Code</a:t>
            </a:r>
          </a:p>
          <a:p>
            <a:r>
              <a:t>• Icarus Verilog</a:t>
            </a:r>
          </a:p>
          <a:p>
            <a:r>
              <a:t>• GTKWave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7-segment display is an electronic display device used to display decimal numbers.</a:t>
            </a:r>
          </a:p>
          <a:p>
            <a:r>
              <a:t>The project converts binary inputs into segment control outputs.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Working Principle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Input: 4-bit binary number</a:t>
            </a:r>
          </a:p>
          <a:p>
            <a:r>
              <a:t>• Case statement acts as lookup table</a:t>
            </a:r>
          </a:p>
          <a:p>
            <a:r>
              <a:t>• Output controls segments a–g</a:t>
            </a:r>
          </a:p>
          <a:p>
            <a:r>
              <a:t>• Correct digit appears on display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Truth 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0 → 1111110</a:t>
            </a:r>
          </a:p>
          <a:p>
            <a:r>
              <a:rPr dirty="0"/>
              <a:t>1 → 0110000</a:t>
            </a:r>
          </a:p>
          <a:p>
            <a:r>
              <a:rPr dirty="0"/>
              <a:t>2 → 1101101</a:t>
            </a:r>
          </a:p>
          <a:p>
            <a:r>
              <a:rPr dirty="0"/>
              <a:t>3 → 1111001</a:t>
            </a:r>
          </a:p>
          <a:p>
            <a:r>
              <a:rPr dirty="0"/>
              <a:t>4 → 0110011</a:t>
            </a:r>
          </a:p>
          <a:p>
            <a:r>
              <a:rPr dirty="0"/>
              <a:t>5 → 1011011</a:t>
            </a:r>
          </a:p>
          <a:p>
            <a:r>
              <a:rPr dirty="0"/>
              <a:t>6 → 1011111</a:t>
            </a:r>
          </a:p>
          <a:p>
            <a:r>
              <a:rPr dirty="0"/>
              <a:t>7 → 1110000</a:t>
            </a:r>
          </a:p>
          <a:p>
            <a:r>
              <a:rPr dirty="0"/>
              <a:t>8 → 1111111</a:t>
            </a:r>
          </a:p>
          <a:p>
            <a:r>
              <a:rPr dirty="0"/>
              <a:t>9 → 1111011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Verilog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design module uses a case statement to map binary inputs to 7-segment patterns.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Testbench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testbench automatically changes input values from 0 to 9 every 10 time units.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Simulation is performed using Icarus Verilog.</a:t>
            </a:r>
          </a:p>
          <a:p>
            <a:r>
              <a:t>Waveforms are viewed using GTKWave.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Digital clocks</a:t>
            </a:r>
          </a:p>
          <a:p>
            <a:r>
              <a:t>• Calculators</a:t>
            </a:r>
          </a:p>
          <a:p>
            <a:r>
              <a:t>• Elevators</a:t>
            </a:r>
          </a:p>
          <a:p>
            <a:r>
              <a:t>• Scoreboards</a:t>
            </a:r>
          </a:p>
          <a:p>
            <a:r>
              <a:t>• Microwave displays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Simple design</a:t>
            </a:r>
          </a:p>
          <a:p>
            <a:r>
              <a:t>• Easy debugging</a:t>
            </a:r>
          </a:p>
          <a:p>
            <a:r>
              <a:t>• Fast implementation</a:t>
            </a:r>
          </a:p>
          <a:p>
            <a:r>
              <a:t>• No complex Boolean equations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7-segment display controller was successfully designed and simulated using Verilog HDL.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3927BD2-DD12-F2AD-F22B-9BDF70AC97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1018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AFF567-F7C0-4591-D240-BF064418A2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0632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A65FB6-3FE7-0DF6-1EE1-76A810F8F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0395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27CD52-B8B1-DC8C-219F-516275486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1736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218</Words>
  <Application>Microsoft Office PowerPoint</Application>
  <PresentationFormat>On-screen Show (4:3)</PresentationFormat>
  <Paragraphs>50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Title</vt:lpstr>
      <vt:lpstr>Objective</vt:lpstr>
      <vt:lpstr>Tools Used</vt:lpstr>
      <vt:lpstr>Introduction</vt:lpstr>
      <vt:lpstr>Working Principle</vt:lpstr>
      <vt:lpstr>Truth Table</vt:lpstr>
      <vt:lpstr>Verilog Design</vt:lpstr>
      <vt:lpstr>Testbench</vt:lpstr>
      <vt:lpstr>Simulation</vt:lpstr>
      <vt:lpstr>Applications</vt:lpstr>
      <vt:lpstr>Advantages</vt:lpstr>
      <vt:lpstr>Conclusion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Madhav bachu</cp:lastModifiedBy>
  <cp:revision>2</cp:revision>
  <dcterms:created xsi:type="dcterms:W3CDTF">2013-01-27T09:14:16Z</dcterms:created>
  <dcterms:modified xsi:type="dcterms:W3CDTF">2026-05-07T16:37:45Z</dcterms:modified>
  <cp:category/>
</cp:coreProperties>
</file>